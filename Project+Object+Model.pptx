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media/image1.jpeg" ContentType="image/jpeg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56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"/>
      </a:defRPr>
    </a:lvl1pPr>
    <a:lvl2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56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"/>
      </a:defRPr>
    </a:lvl2pPr>
    <a:lvl3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56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"/>
      </a:defRPr>
    </a:lvl3pPr>
    <a:lvl4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56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"/>
      </a:defRPr>
    </a:lvl4pPr>
    <a:lvl5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56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"/>
      </a:defRPr>
    </a:lvl5pPr>
    <a:lvl6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56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"/>
      </a:defRPr>
    </a:lvl6pPr>
    <a:lvl7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56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"/>
      </a:defRPr>
    </a:lvl7pPr>
    <a:lvl8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56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"/>
      </a:defRPr>
    </a:lvl8pPr>
    <a:lvl9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56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BF0"/>
          </a:solidFill>
        </a:fill>
      </a:tcStyle>
    </a:wholeTbl>
    <a:band2H>
      <a:tcTxStyle b="def" i="def"/>
      <a:tcStyle>
        <a:tcBdr/>
        <a:fill>
          <a:solidFill>
            <a:srgbClr val="E8EEF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FE0CC"/>
          </a:solidFill>
        </a:fill>
      </a:tcStyle>
    </a:wholeTbl>
    <a:band2H>
      <a:tcTxStyle b="def" i="def"/>
      <a:tcStyle>
        <a:tcBdr/>
        <a:fill>
          <a:solidFill>
            <a:srgbClr val="F7F0E7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CEE2"/>
          </a:solidFill>
        </a:fill>
      </a:tcStyle>
    </a:wholeTbl>
    <a:band2H>
      <a:tcTxStyle b="def" i="def"/>
      <a:tcStyle>
        <a:tcBdr/>
        <a:fill>
          <a:solidFill>
            <a:srgbClr val="E8E8F1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hape 116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17" name="Shape 117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1pPr>
    <a:lvl2pPr indent="2286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2pPr>
    <a:lvl3pPr indent="4572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3pPr>
    <a:lvl4pPr indent="6858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4pPr>
    <a:lvl5pPr indent="9144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5pPr>
    <a:lvl6pPr indent="11430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6pPr>
    <a:lvl7pPr indent="13716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7pPr>
    <a:lvl8pPr indent="16002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8pPr>
    <a:lvl9pPr indent="18288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2387600" y="2692400"/>
            <a:ext cx="19621500" cy="3924300"/>
          </a:xfrm>
          <a:prstGeom prst="rect">
            <a:avLst/>
          </a:prstGeom>
        </p:spPr>
        <p:txBody>
          <a:bodyPr anchor="b"/>
          <a:lstStyle>
            <a:lvl1pPr>
              <a:defRPr sz="13200"/>
            </a:lvl1pPr>
          </a:lstStyle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2387600" y="7048500"/>
            <a:ext cx="19621500" cy="1790700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SzTx/>
              <a:buNone/>
              <a:defRPr sz="5600">
                <a:solidFill>
                  <a:srgbClr val="000000"/>
                </a:solidFill>
              </a:defRPr>
            </a:lvl1pPr>
            <a:lvl2pPr marL="0" indent="0">
              <a:spcBef>
                <a:spcPts val="0"/>
              </a:spcBef>
              <a:buSzTx/>
              <a:buNone/>
              <a:defRPr sz="5600">
                <a:solidFill>
                  <a:srgbClr val="000000"/>
                </a:solidFill>
              </a:defRPr>
            </a:lvl2pPr>
            <a:lvl3pPr marL="0" indent="0">
              <a:spcBef>
                <a:spcPts val="0"/>
              </a:spcBef>
              <a:buSzTx/>
              <a:buNone/>
              <a:defRPr sz="5600">
                <a:solidFill>
                  <a:srgbClr val="000000"/>
                </a:solidFill>
              </a:defRPr>
            </a:lvl3pPr>
            <a:lvl4pPr marL="0" indent="0">
              <a:spcBef>
                <a:spcPts val="0"/>
              </a:spcBef>
              <a:buSzTx/>
              <a:buNone/>
              <a:defRPr sz="5600">
                <a:solidFill>
                  <a:srgbClr val="000000"/>
                </a:solidFill>
              </a:defRPr>
            </a:lvl4pPr>
            <a:lvl5pPr marL="0" indent="0">
              <a:spcBef>
                <a:spcPts val="0"/>
              </a:spcBef>
              <a:buSzTx/>
              <a:buNone/>
              <a:defRPr sz="5600">
                <a:solidFill>
                  <a:srgbClr val="000000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xfrm>
            <a:off x="11956984" y="13106399"/>
            <a:ext cx="461773" cy="431801"/>
          </a:xfrm>
          <a:prstGeom prst="rect">
            <a:avLst/>
          </a:prstGeom>
        </p:spPr>
        <p:txBody>
          <a:bodyPr anchor="b"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Image"/>
          <p:cNvSpPr/>
          <p:nvPr>
            <p:ph type="pic" idx="13"/>
          </p:nvPr>
        </p:nvSpPr>
        <p:spPr>
          <a:xfrm>
            <a:off x="4667250" y="-231128"/>
            <a:ext cx="17402076" cy="10058401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21" name="Title Text"/>
          <p:cNvSpPr txBox="1"/>
          <p:nvPr>
            <p:ph type="title"/>
          </p:nvPr>
        </p:nvSpPr>
        <p:spPr>
          <a:xfrm>
            <a:off x="2387600" y="8623300"/>
            <a:ext cx="19621500" cy="2400300"/>
          </a:xfrm>
          <a:prstGeom prst="rect">
            <a:avLst/>
          </a:prstGeom>
        </p:spPr>
        <p:txBody>
          <a:bodyPr anchor="b"/>
          <a:lstStyle>
            <a:lvl1pPr>
              <a:defRPr sz="13200"/>
            </a:lvl1pPr>
          </a:lstStyle>
          <a:p>
            <a:pPr/>
            <a:r>
              <a:t>Title Text</a:t>
            </a:r>
          </a:p>
        </p:txBody>
      </p:sp>
      <p:sp>
        <p:nvSpPr>
          <p:cNvPr id="22" name="Body Level One…"/>
          <p:cNvSpPr txBox="1"/>
          <p:nvPr>
            <p:ph type="body" sz="quarter" idx="1"/>
          </p:nvPr>
        </p:nvSpPr>
        <p:spPr>
          <a:xfrm>
            <a:off x="2387600" y="11150600"/>
            <a:ext cx="19621500" cy="1790700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SzTx/>
              <a:buNone/>
              <a:defRPr sz="5600">
                <a:solidFill>
                  <a:srgbClr val="000000"/>
                </a:solidFill>
              </a:defRPr>
            </a:lvl1pPr>
            <a:lvl2pPr marL="0" indent="0">
              <a:spcBef>
                <a:spcPts val="0"/>
              </a:spcBef>
              <a:buSzTx/>
              <a:buNone/>
              <a:defRPr sz="5600">
                <a:solidFill>
                  <a:srgbClr val="000000"/>
                </a:solidFill>
              </a:defRPr>
            </a:lvl2pPr>
            <a:lvl3pPr marL="0" indent="0">
              <a:spcBef>
                <a:spcPts val="0"/>
              </a:spcBef>
              <a:buSzTx/>
              <a:buNone/>
              <a:defRPr sz="5600">
                <a:solidFill>
                  <a:srgbClr val="000000"/>
                </a:solidFill>
              </a:defRPr>
            </a:lvl3pPr>
            <a:lvl4pPr marL="0" indent="0">
              <a:spcBef>
                <a:spcPts val="0"/>
              </a:spcBef>
              <a:buSzTx/>
              <a:buNone/>
              <a:defRPr sz="5600">
                <a:solidFill>
                  <a:srgbClr val="000000"/>
                </a:solidFill>
              </a:defRPr>
            </a:lvl4pPr>
            <a:lvl5pPr marL="0" indent="0">
              <a:spcBef>
                <a:spcPts val="0"/>
              </a:spcBef>
              <a:buSzTx/>
              <a:buNone/>
              <a:defRPr sz="5600">
                <a:solidFill>
                  <a:srgbClr val="000000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- Cen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Text"/>
          <p:cNvSpPr txBox="1"/>
          <p:nvPr>
            <p:ph type="title"/>
          </p:nvPr>
        </p:nvSpPr>
        <p:spPr>
          <a:xfrm>
            <a:off x="2387600" y="4000500"/>
            <a:ext cx="19621500" cy="5715000"/>
          </a:xfrm>
          <a:prstGeom prst="rect">
            <a:avLst/>
          </a:prstGeom>
        </p:spPr>
        <p:txBody>
          <a:bodyPr/>
          <a:lstStyle>
            <a:lvl1pPr>
              <a:defRPr sz="13200"/>
            </a:lvl1pPr>
          </a:lstStyle>
          <a:p>
            <a:pPr/>
            <a:r>
              <a:t>Title Text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butterfly-and-leaf_3000x1734.jpeg"/>
          <p:cNvSpPr/>
          <p:nvPr>
            <p:ph type="pic" idx="13"/>
          </p:nvPr>
        </p:nvSpPr>
        <p:spPr>
          <a:xfrm>
            <a:off x="10530071" y="554566"/>
            <a:ext cx="20258480" cy="11709401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39" name="Title Text"/>
          <p:cNvSpPr txBox="1"/>
          <p:nvPr>
            <p:ph type="title"/>
          </p:nvPr>
        </p:nvSpPr>
        <p:spPr>
          <a:xfrm>
            <a:off x="711200" y="1981200"/>
            <a:ext cx="14046200" cy="4648200"/>
          </a:xfrm>
          <a:prstGeom prst="rect">
            <a:avLst/>
          </a:prstGeom>
        </p:spPr>
        <p:txBody>
          <a:bodyPr anchor="b"/>
          <a:lstStyle/>
          <a:p>
            <a:pPr/>
            <a:r>
              <a:t>Title Text</a:t>
            </a:r>
          </a:p>
        </p:txBody>
      </p:sp>
      <p:sp>
        <p:nvSpPr>
          <p:cNvPr id="40" name="Body Level One…"/>
          <p:cNvSpPr txBox="1"/>
          <p:nvPr>
            <p:ph type="body" sz="half" idx="1"/>
          </p:nvPr>
        </p:nvSpPr>
        <p:spPr>
          <a:xfrm>
            <a:off x="711200" y="6731000"/>
            <a:ext cx="14046200" cy="5232400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SzTx/>
              <a:buNone/>
              <a:defRPr sz="5600">
                <a:solidFill>
                  <a:srgbClr val="000000"/>
                </a:solidFill>
              </a:defRPr>
            </a:lvl1pPr>
            <a:lvl2pPr marL="0" indent="0">
              <a:spcBef>
                <a:spcPts val="0"/>
              </a:spcBef>
              <a:buSzTx/>
              <a:buNone/>
              <a:defRPr sz="5600">
                <a:solidFill>
                  <a:srgbClr val="000000"/>
                </a:solidFill>
              </a:defRPr>
            </a:lvl2pPr>
            <a:lvl3pPr marL="0" indent="0">
              <a:spcBef>
                <a:spcPts val="0"/>
              </a:spcBef>
              <a:buSzTx/>
              <a:buNone/>
              <a:defRPr sz="5600">
                <a:solidFill>
                  <a:srgbClr val="000000"/>
                </a:solidFill>
              </a:defRPr>
            </a:lvl3pPr>
            <a:lvl4pPr marL="0" indent="0">
              <a:spcBef>
                <a:spcPts val="0"/>
              </a:spcBef>
              <a:buSzTx/>
              <a:buNone/>
              <a:defRPr sz="5600">
                <a:solidFill>
                  <a:srgbClr val="000000"/>
                </a:solidFill>
              </a:defRPr>
            </a:lvl4pPr>
            <a:lvl5pPr marL="0" indent="0">
              <a:spcBef>
                <a:spcPts val="0"/>
              </a:spcBef>
              <a:buSzTx/>
              <a:buNone/>
              <a:defRPr sz="5600">
                <a:solidFill>
                  <a:srgbClr val="000000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 Text"/>
          <p:cNvSpPr txBox="1"/>
          <p:nvPr>
            <p:ph type="title"/>
          </p:nvPr>
        </p:nvSpPr>
        <p:spPr>
          <a:xfrm>
            <a:off x="2387600" y="355600"/>
            <a:ext cx="19621500" cy="3429000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Text"/>
          <p:cNvSpPr txBox="1"/>
          <p:nvPr>
            <p:ph type="title"/>
          </p:nvPr>
        </p:nvSpPr>
        <p:spPr>
          <a:xfrm>
            <a:off x="2387600" y="355600"/>
            <a:ext cx="19621500" cy="3429000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7" name="Body Level One…"/>
          <p:cNvSpPr txBox="1"/>
          <p:nvPr>
            <p:ph type="body" idx="1"/>
          </p:nvPr>
        </p:nvSpPr>
        <p:spPr>
          <a:xfrm>
            <a:off x="2387600" y="3898900"/>
            <a:ext cx="19621500" cy="8039100"/>
          </a:xfrm>
          <a:prstGeom prst="rect">
            <a:avLst/>
          </a:prstGeom>
        </p:spPr>
        <p:txBody>
          <a:bodyPr/>
          <a:lstStyle>
            <a:lvl1pPr>
              <a:buBlip>
                <a:blip r:embed="rId2"/>
              </a:buBlip>
            </a:lvl1pPr>
            <a:lvl2pPr>
              <a:buBlip>
                <a:blip r:embed="rId2"/>
              </a:buBlip>
            </a:lvl2pPr>
            <a:lvl3pPr>
              <a:buBlip>
                <a:blip r:embed="rId2"/>
              </a:buBlip>
            </a:lvl3pPr>
            <a:lvl4pPr>
              <a:buBlip>
                <a:blip r:embed="rId2"/>
              </a:buBlip>
            </a:lvl4pPr>
            <a:lvl5pPr>
              <a:buBlip>
                <a:blip r:embed="rId2"/>
              </a:buBlip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butterfly-and-leaf_3000x1734.jpeg"/>
          <p:cNvSpPr/>
          <p:nvPr>
            <p:ph type="pic" idx="13"/>
          </p:nvPr>
        </p:nvSpPr>
        <p:spPr>
          <a:xfrm>
            <a:off x="9919689" y="3141989"/>
            <a:ext cx="16395702" cy="9476721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66" name="Title Text"/>
          <p:cNvSpPr txBox="1"/>
          <p:nvPr>
            <p:ph type="title"/>
          </p:nvPr>
        </p:nvSpPr>
        <p:spPr>
          <a:xfrm>
            <a:off x="2387600" y="355600"/>
            <a:ext cx="19621500" cy="3429000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67" name="Body Level One…"/>
          <p:cNvSpPr txBox="1"/>
          <p:nvPr>
            <p:ph type="body" sz="half" idx="1"/>
          </p:nvPr>
        </p:nvSpPr>
        <p:spPr>
          <a:xfrm>
            <a:off x="2387600" y="3898900"/>
            <a:ext cx="10223500" cy="8039100"/>
          </a:xfrm>
          <a:prstGeom prst="rect">
            <a:avLst/>
          </a:prstGeom>
        </p:spPr>
        <p:txBody>
          <a:bodyPr/>
          <a:lstStyle>
            <a:lvl1pPr marL="673098" indent="-673098">
              <a:spcBef>
                <a:spcPts val="5300"/>
              </a:spcBef>
              <a:buSzPct val="50000"/>
              <a:buBlip>
                <a:blip r:embed="rId2"/>
              </a:buBlip>
              <a:defRPr sz="5000"/>
            </a:lvl1pPr>
            <a:lvl2pPr marL="1346200" indent="-673100">
              <a:spcBef>
                <a:spcPts val="5300"/>
              </a:spcBef>
              <a:buSzPct val="50000"/>
              <a:buBlip>
                <a:blip r:embed="rId2"/>
              </a:buBlip>
              <a:defRPr sz="5000"/>
            </a:lvl2pPr>
            <a:lvl3pPr marL="2019300" indent="-673100">
              <a:spcBef>
                <a:spcPts val="5300"/>
              </a:spcBef>
              <a:buSzPct val="50000"/>
              <a:buBlip>
                <a:blip r:embed="rId2"/>
              </a:buBlip>
              <a:defRPr sz="5000"/>
            </a:lvl3pPr>
            <a:lvl4pPr marL="2692400" indent="-673100">
              <a:spcBef>
                <a:spcPts val="5300"/>
              </a:spcBef>
              <a:buSzPct val="50000"/>
              <a:buBlip>
                <a:blip r:embed="rId2"/>
              </a:buBlip>
              <a:defRPr sz="5000"/>
            </a:lvl4pPr>
            <a:lvl5pPr marL="3365500" indent="-673100">
              <a:spcBef>
                <a:spcPts val="5300"/>
              </a:spcBef>
              <a:buSzPct val="50000"/>
              <a:buBlip>
                <a:blip r:embed="rId2"/>
              </a:buBlip>
              <a:defRPr sz="50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>
              <a:buBlip>
                <a:blip r:embed="rId2"/>
              </a:buBlip>
            </a:lvl1pPr>
            <a:lvl2pPr>
              <a:buBlip>
                <a:blip r:embed="rId2"/>
              </a:buBlip>
            </a:lvl2pPr>
            <a:lvl3pPr>
              <a:buBlip>
                <a:blip r:embed="rId2"/>
              </a:buBlip>
            </a:lvl3pPr>
            <a:lvl4pPr>
              <a:buBlip>
                <a:blip r:embed="rId2"/>
              </a:buBlip>
            </a:lvl4pPr>
            <a:lvl5pPr>
              <a:buBlip>
                <a:blip r:embed="rId2"/>
              </a:buBlip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Image"/>
          <p:cNvSpPr/>
          <p:nvPr>
            <p:ph type="pic" idx="13"/>
          </p:nvPr>
        </p:nvSpPr>
        <p:spPr>
          <a:xfrm>
            <a:off x="11168729" y="-2006600"/>
            <a:ext cx="14294120" cy="14294078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84" name="Image"/>
          <p:cNvSpPr/>
          <p:nvPr>
            <p:ph type="pic" sz="half" idx="14"/>
          </p:nvPr>
        </p:nvSpPr>
        <p:spPr>
          <a:xfrm>
            <a:off x="13285117" y="6292593"/>
            <a:ext cx="13249320" cy="7658101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85" name="Image"/>
          <p:cNvSpPr/>
          <p:nvPr>
            <p:ph type="pic" idx="15"/>
          </p:nvPr>
        </p:nvSpPr>
        <p:spPr>
          <a:xfrm>
            <a:off x="558800" y="-2946400"/>
            <a:ext cx="15062200" cy="198374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8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Body Level One…"/>
          <p:cNvSpPr txBox="1"/>
          <p:nvPr>
            <p:ph type="body" sz="quarter" idx="1"/>
          </p:nvPr>
        </p:nvSpPr>
        <p:spPr>
          <a:xfrm>
            <a:off x="2387600" y="6045200"/>
            <a:ext cx="19621500" cy="876300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SzTx/>
              <a:buNone/>
              <a:defRPr sz="5600">
                <a:solidFill>
                  <a:srgbClr val="45A7DE"/>
                </a:solidFill>
              </a:defRPr>
            </a:lvl1pPr>
            <a:lvl2pPr marL="1666875" indent="-777875" algn="ctr">
              <a:spcBef>
                <a:spcPts val="0"/>
              </a:spcBef>
              <a:buBlip>
                <a:blip r:embed="rId2"/>
              </a:buBlip>
              <a:defRPr sz="5600">
                <a:solidFill>
                  <a:srgbClr val="45A7DE"/>
                </a:solidFill>
              </a:defRPr>
            </a:lvl2pPr>
            <a:lvl3pPr marL="2555875" indent="-777875" algn="ctr">
              <a:spcBef>
                <a:spcPts val="0"/>
              </a:spcBef>
              <a:buBlip>
                <a:blip r:embed="rId2"/>
              </a:buBlip>
              <a:defRPr sz="5600">
                <a:solidFill>
                  <a:srgbClr val="45A7DE"/>
                </a:solidFill>
              </a:defRPr>
            </a:lvl3pPr>
            <a:lvl4pPr marL="3444875" indent="-777875" algn="ctr">
              <a:spcBef>
                <a:spcPts val="0"/>
              </a:spcBef>
              <a:buBlip>
                <a:blip r:embed="rId2"/>
              </a:buBlip>
              <a:defRPr sz="5600">
                <a:solidFill>
                  <a:srgbClr val="45A7DE"/>
                </a:solidFill>
              </a:defRPr>
            </a:lvl4pPr>
            <a:lvl5pPr marL="4333875" indent="-777875" algn="ctr">
              <a:spcBef>
                <a:spcPts val="0"/>
              </a:spcBef>
              <a:buBlip>
                <a:blip r:embed="rId2"/>
              </a:buBlip>
              <a:defRPr sz="5600">
                <a:solidFill>
                  <a:srgbClr val="45A7DE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4" name="–Johnny Appleseed"/>
          <p:cNvSpPr txBox="1"/>
          <p:nvPr>
            <p:ph type="body" sz="quarter" idx="13"/>
          </p:nvPr>
        </p:nvSpPr>
        <p:spPr>
          <a:xfrm>
            <a:off x="2387600" y="8953500"/>
            <a:ext cx="19621500" cy="787400"/>
          </a:xfrm>
          <a:prstGeom prst="rect">
            <a:avLst/>
          </a:prstGeom>
        </p:spPr>
        <p:txBody>
          <a:bodyPr anchor="t"/>
          <a:lstStyle/>
          <a:p>
            <a:pPr marL="693419" indent="-693419" defTabSz="643889">
              <a:spcBef>
                <a:spcPts val="4600"/>
              </a:spcBef>
              <a:buBlip>
                <a:blip r:embed="rId2"/>
              </a:buBlip>
              <a:defRPr sz="4992"/>
            </a:pPr>
          </a:p>
        </p:txBody>
      </p:sp>
      <p:sp>
        <p:nvSpPr>
          <p:cNvPr id="9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Image"/>
          <p:cNvSpPr/>
          <p:nvPr>
            <p:ph type="pic" idx="13"/>
          </p:nvPr>
        </p:nvSpPr>
        <p:spPr>
          <a:xfrm>
            <a:off x="0" y="-190500"/>
            <a:ext cx="24384000" cy="14093954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10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1.xml"/><Relationship Id="rId5" Type="http://schemas.openxmlformats.org/officeDocument/2006/relationships/slideLayout" Target="../slideLayouts/slideLayout2.xml"/><Relationship Id="rId6" Type="http://schemas.openxmlformats.org/officeDocument/2006/relationships/slideLayout" Target="../slideLayouts/slideLayout3.xml"/><Relationship Id="rId7" Type="http://schemas.openxmlformats.org/officeDocument/2006/relationships/slideLayout" Target="../slideLayouts/slideLayout4.xml"/><Relationship Id="rId8" Type="http://schemas.openxmlformats.org/officeDocument/2006/relationships/slideLayout" Target="../slideLayouts/slideLayout5.xml"/><Relationship Id="rId9" Type="http://schemas.openxmlformats.org/officeDocument/2006/relationships/slideLayout" Target="../slideLayouts/slideLayout6.xml"/><Relationship Id="rId10" Type="http://schemas.openxmlformats.org/officeDocument/2006/relationships/slideLayout" Target="../slideLayouts/slideLayout7.xml"/><Relationship Id="rId11" Type="http://schemas.openxmlformats.org/officeDocument/2006/relationships/slideLayout" Target="../slideLayouts/slideLayout8.xml"/><Relationship Id="rId12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0.xml"/><Relationship Id="rId14" Type="http://schemas.openxmlformats.org/officeDocument/2006/relationships/slideLayout" Target="../slideLayouts/slideLayout11.xml"/><Relationship Id="rId15" Type="http://schemas.openxmlformats.org/officeDocument/2006/relationships/slideLayout" Target="../slideLayouts/slideLayout12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dy Level One…"/>
          <p:cNvSpPr txBox="1"/>
          <p:nvPr>
            <p:ph type="body" idx="1"/>
          </p:nvPr>
        </p:nvSpPr>
        <p:spPr>
          <a:xfrm>
            <a:off x="2387600" y="1790700"/>
            <a:ext cx="19621500" cy="10160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>
            <a:lvl1pPr>
              <a:buBlip>
                <a:blip r:embed="rId3"/>
              </a:buBlip>
            </a:lvl1pPr>
            <a:lvl2pPr>
              <a:buBlip>
                <a:blip r:embed="rId3"/>
              </a:buBlip>
            </a:lvl2pPr>
            <a:lvl3pPr>
              <a:buBlip>
                <a:blip r:embed="rId3"/>
              </a:buBlip>
            </a:lvl3pPr>
            <a:lvl4pPr>
              <a:buBlip>
                <a:blip r:embed="rId3"/>
              </a:buBlip>
            </a:lvl4pPr>
            <a:lvl5pPr>
              <a:buBlip>
                <a:blip r:embed="rId3"/>
              </a:buBlip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" name="Title Text"/>
          <p:cNvSpPr txBox="1"/>
          <p:nvPr>
            <p:ph type="title"/>
          </p:nvPr>
        </p:nvSpPr>
        <p:spPr>
          <a:xfrm>
            <a:off x="3653366" y="2743200"/>
            <a:ext cx="19507201" cy="9302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1956984" y="13106400"/>
            <a:ext cx="461773" cy="4318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>
              <a:defRPr sz="2400">
                <a:solidFill>
                  <a:srgbClr val="868686"/>
                </a:solidFill>
                <a:latin typeface="Marker Felt"/>
                <a:ea typeface="Marker Felt"/>
                <a:cs typeface="Marker Felt"/>
                <a:sym typeface="Marker Fel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  <p:sldLayoutId id="2147483660" r:id="rId15"/>
  </p:sldLayoutIdLst>
  <p:transition xmlns:p14="http://schemas.microsoft.com/office/powerpoint/2010/main" spd="med" advClick="1"/>
  <p:txStyles>
    <p:titleStyle>
      <a:lvl1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45A7DE"/>
          </a:solidFill>
          <a:uFillTx/>
          <a:latin typeface="Marker Felt"/>
          <a:ea typeface="Marker Felt"/>
          <a:cs typeface="Marker Felt"/>
          <a:sym typeface="Marker Felt"/>
        </a:defRPr>
      </a:lvl1pPr>
      <a:lvl2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45A7DE"/>
          </a:solidFill>
          <a:uFillTx/>
          <a:latin typeface="Marker Felt"/>
          <a:ea typeface="Marker Felt"/>
          <a:cs typeface="Marker Felt"/>
          <a:sym typeface="Marker Felt"/>
        </a:defRPr>
      </a:lvl2pPr>
      <a:lvl3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45A7DE"/>
          </a:solidFill>
          <a:uFillTx/>
          <a:latin typeface="Marker Felt"/>
          <a:ea typeface="Marker Felt"/>
          <a:cs typeface="Marker Felt"/>
          <a:sym typeface="Marker Felt"/>
        </a:defRPr>
      </a:lvl3pPr>
      <a:lvl4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45A7DE"/>
          </a:solidFill>
          <a:uFillTx/>
          <a:latin typeface="Marker Felt"/>
          <a:ea typeface="Marker Felt"/>
          <a:cs typeface="Marker Felt"/>
          <a:sym typeface="Marker Felt"/>
        </a:defRPr>
      </a:lvl4pPr>
      <a:lvl5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45A7DE"/>
          </a:solidFill>
          <a:uFillTx/>
          <a:latin typeface="Marker Felt"/>
          <a:ea typeface="Marker Felt"/>
          <a:cs typeface="Marker Felt"/>
          <a:sym typeface="Marker Felt"/>
        </a:defRPr>
      </a:lvl5pPr>
      <a:lvl6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45A7DE"/>
          </a:solidFill>
          <a:uFillTx/>
          <a:latin typeface="Marker Felt"/>
          <a:ea typeface="Marker Felt"/>
          <a:cs typeface="Marker Felt"/>
          <a:sym typeface="Marker Felt"/>
        </a:defRPr>
      </a:lvl6pPr>
      <a:lvl7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45A7DE"/>
          </a:solidFill>
          <a:uFillTx/>
          <a:latin typeface="Marker Felt"/>
          <a:ea typeface="Marker Felt"/>
          <a:cs typeface="Marker Felt"/>
          <a:sym typeface="Marker Felt"/>
        </a:defRPr>
      </a:lvl7pPr>
      <a:lvl8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45A7DE"/>
          </a:solidFill>
          <a:uFillTx/>
          <a:latin typeface="Marker Felt"/>
          <a:ea typeface="Marker Felt"/>
          <a:cs typeface="Marker Felt"/>
          <a:sym typeface="Marker Felt"/>
        </a:defRPr>
      </a:lvl8pPr>
      <a:lvl9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45A7DE"/>
          </a:solidFill>
          <a:uFillTx/>
          <a:latin typeface="Marker Felt"/>
          <a:ea typeface="Marker Felt"/>
          <a:cs typeface="Marker Felt"/>
          <a:sym typeface="Marker Felt"/>
        </a:defRPr>
      </a:lvl9pPr>
    </p:titleStyle>
    <p:bodyStyle>
      <a:lvl1pPr marL="889000" marR="0" indent="-889000" algn="l" defTabSz="825500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47000"/>
        <a:buFontTx/>
        <a:buBlip>
          <a:blip r:embed="rId3"/>
        </a:buBlip>
        <a:tabLst/>
        <a:defRPr b="0" baseline="0" cap="none" i="0" spc="0" strike="noStrike" sz="6400" u="none">
          <a:solidFill>
            <a:srgbClr val="858585"/>
          </a:solidFill>
          <a:uFillTx/>
          <a:latin typeface="Marker Felt"/>
          <a:ea typeface="Marker Felt"/>
          <a:cs typeface="Marker Felt"/>
          <a:sym typeface="Marker Felt"/>
        </a:defRPr>
      </a:lvl1pPr>
      <a:lvl2pPr marL="1778000" marR="0" indent="-889000" algn="l" defTabSz="825500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47000"/>
        <a:buFontTx/>
        <a:buBlip>
          <a:blip r:embed="rId3"/>
        </a:buBlip>
        <a:tabLst/>
        <a:defRPr b="0" baseline="0" cap="none" i="0" spc="0" strike="noStrike" sz="6400" u="none">
          <a:solidFill>
            <a:srgbClr val="858585"/>
          </a:solidFill>
          <a:uFillTx/>
          <a:latin typeface="Marker Felt"/>
          <a:ea typeface="Marker Felt"/>
          <a:cs typeface="Marker Felt"/>
          <a:sym typeface="Marker Felt"/>
        </a:defRPr>
      </a:lvl2pPr>
      <a:lvl3pPr marL="2667000" marR="0" indent="-889000" algn="l" defTabSz="825500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47000"/>
        <a:buFontTx/>
        <a:buBlip>
          <a:blip r:embed="rId3"/>
        </a:buBlip>
        <a:tabLst/>
        <a:defRPr b="0" baseline="0" cap="none" i="0" spc="0" strike="noStrike" sz="6400" u="none">
          <a:solidFill>
            <a:srgbClr val="858585"/>
          </a:solidFill>
          <a:uFillTx/>
          <a:latin typeface="Marker Felt"/>
          <a:ea typeface="Marker Felt"/>
          <a:cs typeface="Marker Felt"/>
          <a:sym typeface="Marker Felt"/>
        </a:defRPr>
      </a:lvl3pPr>
      <a:lvl4pPr marL="3556000" marR="0" indent="-889000" algn="l" defTabSz="825500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47000"/>
        <a:buFontTx/>
        <a:buBlip>
          <a:blip r:embed="rId3"/>
        </a:buBlip>
        <a:tabLst/>
        <a:defRPr b="0" baseline="0" cap="none" i="0" spc="0" strike="noStrike" sz="6400" u="none">
          <a:solidFill>
            <a:srgbClr val="858585"/>
          </a:solidFill>
          <a:uFillTx/>
          <a:latin typeface="Marker Felt"/>
          <a:ea typeface="Marker Felt"/>
          <a:cs typeface="Marker Felt"/>
          <a:sym typeface="Marker Felt"/>
        </a:defRPr>
      </a:lvl4pPr>
      <a:lvl5pPr marL="4445000" marR="0" indent="-889000" algn="l" defTabSz="825500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47000"/>
        <a:buFontTx/>
        <a:buBlip>
          <a:blip r:embed="rId3"/>
        </a:buBlip>
        <a:tabLst/>
        <a:defRPr b="0" baseline="0" cap="none" i="0" spc="0" strike="noStrike" sz="6400" u="none">
          <a:solidFill>
            <a:srgbClr val="858585"/>
          </a:solidFill>
          <a:uFillTx/>
          <a:latin typeface="Marker Felt"/>
          <a:ea typeface="Marker Felt"/>
          <a:cs typeface="Marker Felt"/>
          <a:sym typeface="Marker Felt"/>
        </a:defRPr>
      </a:lvl5pPr>
      <a:lvl6pPr marL="5334000" marR="0" indent="-889000" algn="l" defTabSz="825500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47000"/>
        <a:buFontTx/>
        <a:buBlip>
          <a:blip r:embed="rId3"/>
        </a:buBlip>
        <a:tabLst/>
        <a:defRPr b="0" baseline="0" cap="none" i="0" spc="0" strike="noStrike" sz="6400" u="none">
          <a:solidFill>
            <a:srgbClr val="858585"/>
          </a:solidFill>
          <a:uFillTx/>
          <a:latin typeface="Marker Felt"/>
          <a:ea typeface="Marker Felt"/>
          <a:cs typeface="Marker Felt"/>
          <a:sym typeface="Marker Felt"/>
        </a:defRPr>
      </a:lvl6pPr>
      <a:lvl7pPr marL="6223000" marR="0" indent="-889000" algn="l" defTabSz="825500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47000"/>
        <a:buFontTx/>
        <a:buBlip>
          <a:blip r:embed="rId3"/>
        </a:buBlip>
        <a:tabLst/>
        <a:defRPr b="0" baseline="0" cap="none" i="0" spc="0" strike="noStrike" sz="6400" u="none">
          <a:solidFill>
            <a:srgbClr val="858585"/>
          </a:solidFill>
          <a:uFillTx/>
          <a:latin typeface="Marker Felt"/>
          <a:ea typeface="Marker Felt"/>
          <a:cs typeface="Marker Felt"/>
          <a:sym typeface="Marker Felt"/>
        </a:defRPr>
      </a:lvl7pPr>
      <a:lvl8pPr marL="7112000" marR="0" indent="-889000" algn="l" defTabSz="825500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47000"/>
        <a:buFontTx/>
        <a:buBlip>
          <a:blip r:embed="rId3"/>
        </a:buBlip>
        <a:tabLst/>
        <a:defRPr b="0" baseline="0" cap="none" i="0" spc="0" strike="noStrike" sz="6400" u="none">
          <a:solidFill>
            <a:srgbClr val="858585"/>
          </a:solidFill>
          <a:uFillTx/>
          <a:latin typeface="Marker Felt"/>
          <a:ea typeface="Marker Felt"/>
          <a:cs typeface="Marker Felt"/>
          <a:sym typeface="Marker Felt"/>
        </a:defRPr>
      </a:lvl8pPr>
      <a:lvl9pPr marL="8001000" marR="0" indent="-889000" algn="l" defTabSz="825500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47000"/>
        <a:buFontTx/>
        <a:buBlip>
          <a:blip r:embed="rId3"/>
        </a:buBlip>
        <a:tabLst/>
        <a:defRPr b="0" baseline="0" cap="none" i="0" spc="0" strike="noStrike" sz="6400" u="none">
          <a:solidFill>
            <a:srgbClr val="858585"/>
          </a:solidFill>
          <a:uFillTx/>
          <a:latin typeface="Marker Felt"/>
          <a:ea typeface="Marker Felt"/>
          <a:cs typeface="Marker Felt"/>
          <a:sym typeface="Marker Felt"/>
        </a:defRPr>
      </a:lvl9pPr>
    </p:bodyStyle>
    <p:otherStyle>
      <a:lvl1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Marker Felt"/>
        </a:defRPr>
      </a:lvl1pPr>
      <a:lvl2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Marker Felt"/>
        </a:defRPr>
      </a:lvl2pPr>
      <a:lvl3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Marker Felt"/>
        </a:defRPr>
      </a:lvl3pPr>
      <a:lvl4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Marker Felt"/>
        </a:defRPr>
      </a:lvl4pPr>
      <a:lvl5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Marker Felt"/>
        </a:defRPr>
      </a:lvl5pPr>
      <a:lvl6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Marker Felt"/>
        </a:defRPr>
      </a:lvl6pPr>
      <a:lvl7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Marker Felt"/>
        </a:defRPr>
      </a:lvl7pPr>
      <a:lvl8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Marker Felt"/>
        </a:defRPr>
      </a:lvl8pPr>
      <a:lvl9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Marker Felt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Lightning Web Components"/>
          <p:cNvSpPr txBox="1"/>
          <p:nvPr>
            <p:ph type="ctrTitle"/>
          </p:nvPr>
        </p:nvSpPr>
        <p:spPr>
          <a:xfrm>
            <a:off x="2381249" y="940788"/>
            <a:ext cx="19621502" cy="3924302"/>
          </a:xfrm>
          <a:prstGeom prst="rect">
            <a:avLst/>
          </a:prstGeom>
        </p:spPr>
        <p:txBody>
          <a:bodyPr/>
          <a:lstStyle>
            <a:lvl1pPr defTabSz="709930">
              <a:defRPr sz="11300">
                <a:latin typeface="Palatino"/>
                <a:ea typeface="Palatino"/>
                <a:cs typeface="Palatino"/>
                <a:sym typeface="Palatino"/>
              </a:defRPr>
            </a:lvl1pPr>
          </a:lstStyle>
          <a:p>
            <a:pPr/>
            <a:r>
              <a:t>Project Object Model</a:t>
            </a:r>
          </a:p>
        </p:txBody>
      </p:sp>
      <p:pic>
        <p:nvPicPr>
          <p:cNvPr id="120" name="Udemy Landing Image.png" descr="Udemy Landing Imag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683732" y="5130536"/>
            <a:ext cx="13016536" cy="732180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Object Model"/>
          <p:cNvSpPr txBox="1"/>
          <p:nvPr>
            <p:ph type="title"/>
          </p:nvPr>
        </p:nvSpPr>
        <p:spPr>
          <a:prstGeom prst="rect">
            <a:avLst/>
          </a:prstGeom>
          <a:solidFill>
            <a:srgbClr val="FFFFFF"/>
          </a:solidFill>
          <a:ln w="25400">
            <a:solidFill>
              <a:schemeClr val="accent1"/>
            </a:solidFill>
            <a:round/>
          </a:ln>
        </p:spPr>
        <p:txBody>
          <a:bodyPr/>
          <a:lstStyle>
            <a:lvl1pPr>
              <a:defRPr sz="13200">
                <a:latin typeface="Palatino"/>
                <a:ea typeface="Palatino"/>
                <a:cs typeface="Palatino"/>
                <a:sym typeface="Palatino"/>
              </a:defRPr>
            </a:lvl1pPr>
          </a:lstStyle>
          <a:p>
            <a:pPr/>
            <a:r>
              <a:t>Object Model</a:t>
            </a:r>
          </a:p>
        </p:txBody>
      </p:sp>
      <p:pic>
        <p:nvPicPr>
          <p:cNvPr id="123" name="Screenshot 2019-09-10 at 4.50.13 PM.png" descr="Screenshot 2019-09-10 at 4.50.13 P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054350" y="3791955"/>
            <a:ext cx="18288001" cy="99949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GraphPaper">
  <a:themeElements>
    <a:clrScheme name="GraphPaper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E93D7"/>
      </a:accent1>
      <a:accent2>
        <a:srgbClr val="67AB3C"/>
      </a:accent2>
      <a:accent3>
        <a:srgbClr val="D5A530"/>
      </a:accent3>
      <a:accent4>
        <a:srgbClr val="E17B2E"/>
      </a:accent4>
      <a:accent5>
        <a:srgbClr val="CC487C"/>
      </a:accent5>
      <a:accent6>
        <a:srgbClr val="4D45AC"/>
      </a:accent6>
      <a:hlink>
        <a:srgbClr val="0000FF"/>
      </a:hlink>
      <a:folHlink>
        <a:srgbClr val="FF00FF"/>
      </a:folHlink>
    </a:clrScheme>
    <a:fontScheme name="GraphPaper">
      <a:majorFont>
        <a:latin typeface="Helvetica Neue"/>
        <a:ea typeface="Helvetica Neue"/>
        <a:cs typeface="Helvetica Neue"/>
      </a:majorFont>
      <a:minorFont>
        <a:latin typeface="Helvetica"/>
        <a:ea typeface="Helvetica"/>
        <a:cs typeface="Helvetica"/>
      </a:minorFont>
    </a:fontScheme>
    <a:fmtScheme name="GraphPape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56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56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GraphPaper">
  <a:themeElements>
    <a:clrScheme name="GraphPaper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E93D7"/>
      </a:accent1>
      <a:accent2>
        <a:srgbClr val="67AB3C"/>
      </a:accent2>
      <a:accent3>
        <a:srgbClr val="D5A530"/>
      </a:accent3>
      <a:accent4>
        <a:srgbClr val="E17B2E"/>
      </a:accent4>
      <a:accent5>
        <a:srgbClr val="CC487C"/>
      </a:accent5>
      <a:accent6>
        <a:srgbClr val="4D45AC"/>
      </a:accent6>
      <a:hlink>
        <a:srgbClr val="0000FF"/>
      </a:hlink>
      <a:folHlink>
        <a:srgbClr val="FF00FF"/>
      </a:folHlink>
    </a:clrScheme>
    <a:fontScheme name="GraphPaper">
      <a:majorFont>
        <a:latin typeface="Helvetica Neue"/>
        <a:ea typeface="Helvetica Neue"/>
        <a:cs typeface="Helvetica Neue"/>
      </a:majorFont>
      <a:minorFont>
        <a:latin typeface="Helvetica"/>
        <a:ea typeface="Helvetica"/>
        <a:cs typeface="Helvetica"/>
      </a:minorFont>
    </a:fontScheme>
    <a:fmtScheme name="GraphPape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56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56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